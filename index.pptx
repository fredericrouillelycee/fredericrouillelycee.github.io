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272" y="-2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E45B-7769-4070-AF23-1D6025BF795F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5800C-7EC0-41D3-B643-9311EC8854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1411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E45B-7769-4070-AF23-1D6025BF795F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5800C-7EC0-41D3-B643-9311EC8854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0004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E45B-7769-4070-AF23-1D6025BF795F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5800C-7EC0-41D3-B643-9311EC8854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1226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E45B-7769-4070-AF23-1D6025BF795F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5800C-7EC0-41D3-B643-9311EC8854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5467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E45B-7769-4070-AF23-1D6025BF795F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5800C-7EC0-41D3-B643-9311EC8854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0940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E45B-7769-4070-AF23-1D6025BF795F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5800C-7EC0-41D3-B643-9311EC8854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2668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E45B-7769-4070-AF23-1D6025BF795F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5800C-7EC0-41D3-B643-9311EC8854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8163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E45B-7769-4070-AF23-1D6025BF795F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5800C-7EC0-41D3-B643-9311EC8854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124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E45B-7769-4070-AF23-1D6025BF795F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5800C-7EC0-41D3-B643-9311EC8854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0526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E45B-7769-4070-AF23-1D6025BF795F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5800C-7EC0-41D3-B643-9311EC8854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4177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E45B-7769-4070-AF23-1D6025BF795F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5800C-7EC0-41D3-B643-9311EC8854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2574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B9E45B-7769-4070-AF23-1D6025BF795F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5800C-7EC0-41D3-B643-9311EC8854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8760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LES_OBJETS_sujet.html" TargetMode="External"/><Relationship Id="rId13" Type="http://schemas.openxmlformats.org/officeDocument/2006/relationships/image" Target="../media/image6.png"/><Relationship Id="rId18" Type="http://schemas.openxmlformats.org/officeDocument/2006/relationships/hyperlink" Target="APPLIQUETTE_numerisation_du_son.html" TargetMode="External"/><Relationship Id="rId26" Type="http://schemas.openxmlformats.org/officeDocument/2006/relationships/image" Target="../media/image13.png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hyperlink" Target="LA_MODERATION_SUJET_et_APPLIQUETTE.html" TargetMode="External"/><Relationship Id="rId17" Type="http://schemas.openxmlformats.org/officeDocument/2006/relationships/image" Target="../media/image8.png"/><Relationship Id="rId25" Type="http://schemas.openxmlformats.org/officeDocument/2006/relationships/hyperlink" Target="facade.html" TargetMode="External"/><Relationship Id="rId2" Type="http://schemas.openxmlformats.org/officeDocument/2006/relationships/hyperlink" Target="apprentissage_ia_version_eleve.html" TargetMode="External"/><Relationship Id="rId16" Type="http://schemas.openxmlformats.org/officeDocument/2006/relationships/hyperlink" Target="APPLIQUETTE_numerisation_image.html" TargetMode="External"/><Relationship Id="rId20" Type="http://schemas.openxmlformats.org/officeDocument/2006/relationships/hyperlink" Target="TP_compterendu_poids_texte.html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LES_FORMES_sujet1.html" TargetMode="External"/><Relationship Id="rId11" Type="http://schemas.openxmlformats.org/officeDocument/2006/relationships/image" Target="../media/image5.png"/><Relationship Id="rId24" Type="http://schemas.openxmlformats.org/officeDocument/2006/relationships/image" Target="../media/image12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hyperlink" Target="SUJET_COMPTERENDU_sneakerspot.html" TargetMode="External"/><Relationship Id="rId10" Type="http://schemas.openxmlformats.org/officeDocument/2006/relationships/hyperlink" Target="TEACHABLEMACHINE_tuto.html" TargetMode="External"/><Relationship Id="rId19" Type="http://schemas.openxmlformats.org/officeDocument/2006/relationships/image" Target="../media/image9.png"/><Relationship Id="rId4" Type="http://schemas.openxmlformats.org/officeDocument/2006/relationships/hyperlink" Target="LES_FORMES_sujet1_bis.html" TargetMode="External"/><Relationship Id="rId9" Type="http://schemas.openxmlformats.org/officeDocument/2006/relationships/image" Target="../media/image4.png"/><Relationship Id="rId14" Type="http://schemas.openxmlformats.org/officeDocument/2006/relationships/hyperlink" Target="LA_MODERATION_v3_tensorflow.html" TargetMode="External"/><Relationship Id="rId2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4588" y="340076"/>
            <a:ext cx="1030385" cy="702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5065" y="348210"/>
            <a:ext cx="785055" cy="701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>
            <a:hlinkClick r:id="rId6" action="ppaction://hlinkfile"/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1266" y="340076"/>
            <a:ext cx="893902" cy="759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>
            <a:hlinkClick r:id="rId8" action="ppaction://hlinkfile"/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917" y="1167200"/>
            <a:ext cx="1045603" cy="821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>
            <a:hlinkClick r:id="rId10" action="ppaction://hlinkfile"/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70" y="2027746"/>
            <a:ext cx="1003724" cy="768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>
            <a:hlinkClick r:id="rId12" action="ppaction://hlinkfile"/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742409"/>
            <a:ext cx="1188642" cy="785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>
            <a:hlinkClick r:id="rId14" action="ppaction://hlinkfile"/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2823" y="854268"/>
            <a:ext cx="880000" cy="802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>
            <a:hlinkClick r:id="rId16" action="ppaction://hlinkfile"/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58" y="4529462"/>
            <a:ext cx="1165719" cy="797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" name="Picture 10">
            <a:hlinkClick r:id="rId18" action="ppaction://hlinkfile"/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02" y="3717032"/>
            <a:ext cx="944312" cy="797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>
            <a:hlinkClick r:id="rId20" action="ppaction://hlinkfile"/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58" y="5339213"/>
            <a:ext cx="1041379" cy="786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151" y="2995385"/>
            <a:ext cx="1540469" cy="1534077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4180296" y="71211"/>
            <a:ext cx="861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/>
              <a:t>Les formes</a:t>
            </a:r>
            <a:endParaRPr lang="fr-FR" sz="1200" dirty="0"/>
          </a:p>
        </p:txBody>
      </p:sp>
      <p:sp>
        <p:nvSpPr>
          <p:cNvPr id="16" name="ZoneTexte 15"/>
          <p:cNvSpPr txBox="1"/>
          <p:nvPr/>
        </p:nvSpPr>
        <p:spPr>
          <a:xfrm>
            <a:off x="7932823" y="545983"/>
            <a:ext cx="10906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/>
              <a:t>La modération</a:t>
            </a:r>
            <a:endParaRPr lang="fr-FR" sz="1200" dirty="0"/>
          </a:p>
        </p:txBody>
      </p:sp>
      <p:sp>
        <p:nvSpPr>
          <p:cNvPr id="17" name="ZoneTexte 16"/>
          <p:cNvSpPr txBox="1"/>
          <p:nvPr/>
        </p:nvSpPr>
        <p:spPr>
          <a:xfrm>
            <a:off x="104212" y="3451066"/>
            <a:ext cx="11883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/>
              <a:t>La numérisation</a:t>
            </a:r>
            <a:endParaRPr lang="fr-FR" sz="1200" dirty="0"/>
          </a:p>
        </p:txBody>
      </p:sp>
      <p:sp>
        <p:nvSpPr>
          <p:cNvPr id="18" name="ZoneTexte 17"/>
          <p:cNvSpPr txBox="1"/>
          <p:nvPr/>
        </p:nvSpPr>
        <p:spPr>
          <a:xfrm>
            <a:off x="198781" y="822982"/>
            <a:ext cx="8090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/>
              <a:t>Les objets</a:t>
            </a:r>
            <a:endParaRPr lang="fr-FR" sz="1200" dirty="0"/>
          </a:p>
        </p:txBody>
      </p:sp>
      <p:sp>
        <p:nvSpPr>
          <p:cNvPr id="19" name="ZoneTexte 18"/>
          <p:cNvSpPr txBox="1"/>
          <p:nvPr/>
        </p:nvSpPr>
        <p:spPr>
          <a:xfrm>
            <a:off x="7932823" y="3068960"/>
            <a:ext cx="8274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/>
              <a:t>Le prompt</a:t>
            </a:r>
            <a:endParaRPr lang="fr-FR" sz="1200" dirty="0"/>
          </a:p>
        </p:txBody>
      </p:sp>
      <p:pic>
        <p:nvPicPr>
          <p:cNvPr id="1036" name="Picture 12">
            <a:hlinkClick r:id="rId23" action="ppaction://hlinkfile"/>
          </p:cNvPr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2970" y="3345959"/>
            <a:ext cx="1447176" cy="1219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7" name="Picture 13">
            <a:hlinkClick r:id="rId25" action="ppaction://hlinkfile"/>
          </p:cNvPr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7321" y="4514048"/>
            <a:ext cx="1314450" cy="866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lèche droite 5"/>
          <p:cNvSpPr/>
          <p:nvPr/>
        </p:nvSpPr>
        <p:spPr>
          <a:xfrm rot="530075">
            <a:off x="5352251" y="3790255"/>
            <a:ext cx="1962510" cy="3291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 droite 6"/>
          <p:cNvSpPr/>
          <p:nvPr/>
        </p:nvSpPr>
        <p:spPr>
          <a:xfrm rot="19941884">
            <a:off x="5004817" y="2314296"/>
            <a:ext cx="2813247" cy="3212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lèche droite 7"/>
          <p:cNvSpPr/>
          <p:nvPr/>
        </p:nvSpPr>
        <p:spPr>
          <a:xfrm rot="16200000">
            <a:off x="3797423" y="1956362"/>
            <a:ext cx="1626878" cy="3396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lèche droite 8"/>
          <p:cNvSpPr/>
          <p:nvPr/>
        </p:nvSpPr>
        <p:spPr>
          <a:xfrm rot="12566419">
            <a:off x="1209068" y="2430674"/>
            <a:ext cx="2815359" cy="3027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lèche vers le bas 9"/>
          <p:cNvSpPr/>
          <p:nvPr/>
        </p:nvSpPr>
        <p:spPr>
          <a:xfrm rot="4701477">
            <a:off x="2417648" y="3098022"/>
            <a:ext cx="324040" cy="236261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2072081" y="4855258"/>
            <a:ext cx="4992607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5400" b="1" cap="none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Les activités autour de l’I.A</a:t>
            </a:r>
            <a:endParaRPr lang="fr-FR" sz="5400" b="1" cap="none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83000"/>
                      <a:shade val="100000"/>
                      <a:satMod val="200000"/>
                    </a:schemeClr>
                  </a:gs>
                  <a:gs pos="75000">
                    <a:schemeClr val="accent1">
                      <a:tint val="100000"/>
                      <a:shade val="50000"/>
                      <a:satMod val="150000"/>
                    </a:schemeClr>
                  </a:gs>
                </a:gsLst>
                <a:lin ang="5400000"/>
              </a:gra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1571842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15</Words>
  <Application>Microsoft Office PowerPoint</Application>
  <PresentationFormat>Affichage à l'écran (4:3)</PresentationFormat>
  <Paragraphs>6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winok</dc:creator>
  <cp:lastModifiedBy>winok</cp:lastModifiedBy>
  <cp:revision>7</cp:revision>
  <dcterms:created xsi:type="dcterms:W3CDTF">2026-03-01T16:37:31Z</dcterms:created>
  <dcterms:modified xsi:type="dcterms:W3CDTF">2026-03-01T17:08:08Z</dcterms:modified>
</cp:coreProperties>
</file>